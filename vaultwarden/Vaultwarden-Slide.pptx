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22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05840" y="1371600"/>
            <a:ext cx="1371600" cy="1371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058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651760" y="1371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Vaultwarden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651760" y="2331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 de Senhas Local — Projeto PCSI+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31089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65176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31089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1605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1089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31089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1780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i9+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6 — Turma 1 — Universidade Positivo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via WhatsApp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compartilhadas por mensagens sem qualquer criptografia.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via E-mail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Acessos críticos enviados por e-mail, vulneráveis a interceptação.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03504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🔓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de acesso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Ex-colaboradores podem manter acesso após saída da empresa.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Vaultwarden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Reimplementação leve do Bitwarden em Rust. Gerenciador de senhas self-hosted que roda em um único container Docker, consumindo menos de 50 MB de RAM.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subir: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188720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 criptografado por senha mestra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8366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54880" y="1883664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0" y="18836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1883664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 compartilhadas por equipe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57860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754880" y="2578608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57860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0680" y="257860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senhas fortes automático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2735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54880" y="3273552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32735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327355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eventos e auditoria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96849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54880" y="3968496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396849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gratuito e open source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— Cofre Funcionando</a:t>
            </a:r>
            <a:endParaRPr lang="en-US" sz="28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8BDD1CCC-3517-574A-042F-506C591E2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5839"/>
            <a:ext cx="9144000" cy="41376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 para a i9+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 de senhas local rodando via Docker — sem custo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95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credenciais de exemplo cadastradas e organizadas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08376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3008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96265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do compartilhamento inseguro por WhatsApp/e-mail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575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5295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com instruções de uso e manutenção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0965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versionado no repositório da equipe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6 — PCSI+ — i9+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</Words>
  <Application>Microsoft Office PowerPoint</Application>
  <PresentationFormat>Apresentação na tela (16:9)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Marques</cp:lastModifiedBy>
  <cp:revision>2</cp:revision>
  <dcterms:created xsi:type="dcterms:W3CDTF">2026-05-16T00:55:18Z</dcterms:created>
  <dcterms:modified xsi:type="dcterms:W3CDTF">2026-05-16T00:58:00Z</dcterms:modified>
</cp:coreProperties>
</file>